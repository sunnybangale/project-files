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2" d="100"/>
          <a:sy n="102" d="100"/>
        </p:scale>
        <p:origin x="-420" y="22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rgbClr val="008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ealed-air-logo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8975" y="133350"/>
            <a:ext cx="2181225" cy="552450"/>
          </a:xfrm>
          <a:prstGeom prst="rect">
            <a:avLst/>
          </a:prstGeom>
        </p:spPr>
      </p:pic>
      <p:pic>
        <p:nvPicPr>
          <p:cNvPr id="9" name="Picture 8" descr="Untitled-1.png"/>
          <p:cNvPicPr>
            <a:picLocks noChangeAspect="1"/>
          </p:cNvPicPr>
          <p:nvPr userDrawn="1"/>
        </p:nvPicPr>
        <p:blipFill>
          <a:blip r:embed="rId3"/>
          <a:srcRect l="17849"/>
          <a:stretch>
            <a:fillRect/>
          </a:stretch>
        </p:blipFill>
        <p:spPr>
          <a:xfrm>
            <a:off x="0" y="2779031"/>
            <a:ext cx="2104309" cy="2364469"/>
          </a:xfrm>
          <a:prstGeom prst="rect">
            <a:avLst/>
          </a:prstGeom>
        </p:spPr>
      </p:pic>
      <p:pic>
        <p:nvPicPr>
          <p:cNvPr id="10" name="Picture 9" descr="Hackathon-Logo2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8600" y="133350"/>
            <a:ext cx="2444619" cy="6096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flipV="1">
            <a:off x="0" y="5143499"/>
            <a:ext cx="9144000" cy="45719"/>
          </a:xfrm>
          <a:prstGeom prst="rect">
            <a:avLst/>
          </a:prstGeom>
          <a:solidFill>
            <a:srgbClr val="008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Logo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15200" y="4705350"/>
            <a:ext cx="1624012" cy="276684"/>
          </a:xfrm>
          <a:prstGeom prst="rect">
            <a:avLst/>
          </a:prstGeom>
        </p:spPr>
      </p:pic>
      <p:cxnSp>
        <p:nvCxnSpPr>
          <p:cNvPr id="14" name="Straight Connector 13"/>
          <p:cNvCxnSpPr/>
          <p:nvPr userDrawn="1"/>
        </p:nvCxnSpPr>
        <p:spPr>
          <a:xfrm rot="10800000">
            <a:off x="0" y="4629150"/>
            <a:ext cx="91440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2800350"/>
          </a:xfrm>
          <a:prstGeom prst="rect">
            <a:avLst/>
          </a:prstGeom>
          <a:solidFill>
            <a:srgbClr val="008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ealed-air-logo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8975" y="133350"/>
            <a:ext cx="2181225" cy="552450"/>
          </a:xfrm>
          <a:prstGeom prst="rect">
            <a:avLst/>
          </a:prstGeom>
        </p:spPr>
      </p:pic>
      <p:pic>
        <p:nvPicPr>
          <p:cNvPr id="9" name="Picture 8" descr="Untitled-1.png"/>
          <p:cNvPicPr>
            <a:picLocks noChangeAspect="1"/>
          </p:cNvPicPr>
          <p:nvPr userDrawn="1"/>
        </p:nvPicPr>
        <p:blipFill>
          <a:blip r:embed="rId3"/>
          <a:srcRect l="17849"/>
          <a:stretch>
            <a:fillRect/>
          </a:stretch>
        </p:blipFill>
        <p:spPr>
          <a:xfrm>
            <a:off x="0" y="2779031"/>
            <a:ext cx="2104309" cy="2364469"/>
          </a:xfrm>
          <a:prstGeom prst="rect">
            <a:avLst/>
          </a:prstGeom>
        </p:spPr>
      </p:pic>
      <p:pic>
        <p:nvPicPr>
          <p:cNvPr id="10" name="Picture 9" descr="Hackathon-Logo.png"/>
          <p:cNvPicPr>
            <a:picLocks noChangeAspect="1"/>
          </p:cNvPicPr>
          <p:nvPr userDrawn="1"/>
        </p:nvPicPr>
        <p:blipFill>
          <a:blip r:embed="rId4"/>
          <a:srcRect t="23358"/>
          <a:stretch>
            <a:fillRect/>
          </a:stretch>
        </p:blipFill>
        <p:spPr>
          <a:xfrm>
            <a:off x="228600" y="361950"/>
            <a:ext cx="3743325" cy="1000125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228600" y="226695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Idea Title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295400" y="287655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Idea Description: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2667000" y="2876550"/>
            <a:ext cx="6248400" cy="13716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905000" y="4324350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Team: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2667000" y="4324350"/>
            <a:ext cx="6248400" cy="3048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A14D69F-DC58-440C-A9F9-9DEC94C4F028}" type="datetimeFigureOut">
              <a:rPr lang="en-US" smtClean="0"/>
              <a:pPr/>
              <a:t>06/08/2016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4236388-FBA5-4CD4-A9DE-297B908C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A14D69F-DC58-440C-A9F9-9DEC94C4F028}" type="datetimeFigureOut">
              <a:rPr lang="en-US" smtClean="0"/>
              <a:pPr/>
              <a:t>06/08/2016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4236388-FBA5-4CD4-A9DE-297B908C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A14D69F-DC58-440C-A9F9-9DEC94C4F028}" type="datetimeFigureOut">
              <a:rPr lang="en-US" smtClean="0"/>
              <a:pPr/>
              <a:t>06/08/2016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4236388-FBA5-4CD4-A9DE-297B908C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A14D69F-DC58-440C-A9F9-9DEC94C4F028}" type="datetimeFigureOut">
              <a:rPr lang="en-US" smtClean="0"/>
              <a:pPr/>
              <a:t>06/08/2016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4236388-FBA5-4CD4-A9DE-297B908C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A14D69F-DC58-440C-A9F9-9DEC94C4F028}" type="datetimeFigureOut">
              <a:rPr lang="en-US" smtClean="0"/>
              <a:pPr/>
              <a:t>06/08/2016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4236388-FBA5-4CD4-A9DE-297B908C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A14D69F-DC58-440C-A9F9-9DEC94C4F028}" type="datetimeFigureOut">
              <a:rPr lang="en-US" smtClean="0"/>
              <a:pPr/>
              <a:t>06/08/2016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4236388-FBA5-4CD4-A9DE-297B908C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A14D69F-DC58-440C-A9F9-9DEC94C4F028}" type="datetimeFigureOut">
              <a:rPr lang="en-US" smtClean="0"/>
              <a:pPr/>
              <a:t>06/08/2016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4236388-FBA5-4CD4-A9DE-297B908C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A14D69F-DC58-440C-A9F9-9DEC94C4F028}" type="datetimeFigureOut">
              <a:rPr lang="en-US" smtClean="0"/>
              <a:pPr/>
              <a:t>06/08/2016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4236388-FBA5-4CD4-A9DE-297B908C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A14D69F-DC58-440C-A9F9-9DEC94C4F028}" type="datetimeFigureOut">
              <a:rPr lang="en-US" smtClean="0"/>
              <a:pPr/>
              <a:t>06/08/2016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4236388-FBA5-4CD4-A9DE-297B908C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667000" y="2876550"/>
            <a:ext cx="6248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Need for a multi-functional system for </a:t>
            </a:r>
            <a:r>
              <a:rPr 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TASKI machines to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facilitate improvement in monitoring, </a:t>
            </a:r>
            <a:r>
              <a:rPr 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performance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 safety</a:t>
            </a:r>
            <a:r>
              <a:rPr 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r>
              <a:rPr 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We propose a cloud based TASKI machine which will be monitored continuously in terms of location, transportation speed, brush speed, battery temperature, ambient humidity, chemical solution/ water tank level,  etc.</a:t>
            </a:r>
          </a:p>
          <a:p>
            <a:r>
              <a:rPr 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If anomalies are detected, real time alerts will be generated which will facilitate diagnostic services.  For security, theft </a:t>
            </a:r>
            <a:r>
              <a:rPr lang="en-US" sz="12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tracking will </a:t>
            </a:r>
            <a:r>
              <a:rPr 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also be handled.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67000" y="4330262"/>
            <a:ext cx="6248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Sunny </a:t>
            </a:r>
            <a:r>
              <a:rPr lang="en-US" sz="1200" b="1" dirty="0" err="1" smtClean="0">
                <a:solidFill>
                  <a:schemeClr val="bg1"/>
                </a:solidFill>
              </a:rPr>
              <a:t>Bangale</a:t>
            </a:r>
            <a:r>
              <a:rPr lang="en-US" sz="1200" b="1" dirty="0" smtClean="0">
                <a:solidFill>
                  <a:schemeClr val="bg1"/>
                </a:solidFill>
              </a:rPr>
              <a:t>   </a:t>
            </a:r>
            <a:r>
              <a:rPr lang="en-US" sz="1200" b="1" dirty="0" smtClean="0">
                <a:solidFill>
                  <a:srgbClr val="FFFF00"/>
                </a:solidFill>
              </a:rPr>
              <a:t>|</a:t>
            </a:r>
            <a:r>
              <a:rPr lang="en-US" sz="1200" b="1" dirty="0" smtClean="0">
                <a:solidFill>
                  <a:schemeClr val="bg1"/>
                </a:solidFill>
              </a:rPr>
              <a:t>   </a:t>
            </a:r>
            <a:r>
              <a:rPr lang="en-US" sz="1200" b="1" dirty="0" err="1" smtClean="0">
                <a:solidFill>
                  <a:schemeClr val="bg1"/>
                </a:solidFill>
              </a:rPr>
              <a:t>Shwetali</a:t>
            </a:r>
            <a:r>
              <a:rPr lang="en-US" sz="1200" b="1" dirty="0" smtClean="0">
                <a:solidFill>
                  <a:schemeClr val="bg1"/>
                </a:solidFill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</a:rPr>
              <a:t>Mahajan</a:t>
            </a:r>
            <a:r>
              <a:rPr lang="en-US" sz="1200" b="1" dirty="0" smtClean="0">
                <a:solidFill>
                  <a:schemeClr val="bg1"/>
                </a:solidFill>
              </a:rPr>
              <a:t>   </a:t>
            </a:r>
            <a:r>
              <a:rPr lang="en-US" sz="1200" b="1" dirty="0" smtClean="0">
                <a:solidFill>
                  <a:srgbClr val="FFFF00"/>
                </a:solidFill>
              </a:rPr>
              <a:t>|</a:t>
            </a:r>
            <a:r>
              <a:rPr lang="en-US" sz="1200" b="1" dirty="0" smtClean="0">
                <a:solidFill>
                  <a:schemeClr val="bg1"/>
                </a:solidFill>
              </a:rPr>
              <a:t>   </a:t>
            </a:r>
            <a:r>
              <a:rPr lang="en-US" sz="1200" b="1" dirty="0" err="1" smtClean="0">
                <a:solidFill>
                  <a:schemeClr val="bg1"/>
                </a:solidFill>
              </a:rPr>
              <a:t>Abhijeet</a:t>
            </a:r>
            <a:r>
              <a:rPr lang="en-US" sz="1200" b="1" dirty="0" smtClean="0">
                <a:solidFill>
                  <a:schemeClr val="bg1"/>
                </a:solidFill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</a:rPr>
              <a:t>Bhatikar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56114" y="2092390"/>
            <a:ext cx="6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Cloud Based TASKI Machine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034" y="888365"/>
            <a:ext cx="735441" cy="7354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36745" y="932920"/>
            <a:ext cx="167867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cs typeface="Times New Roman" panose="02020603050405020304" pitchFamily="18" charset="0"/>
              </a:rPr>
              <a:t>Geo Fencing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033" y="1788927"/>
            <a:ext cx="812253" cy="828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36745" y="2018540"/>
            <a:ext cx="1678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cs typeface="Times New Roman" panose="02020603050405020304" pitchFamily="18" charset="0"/>
              </a:rPr>
              <a:t>GPS Tracking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034" y="2847723"/>
            <a:ext cx="812253" cy="8122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75310" y="3007214"/>
            <a:ext cx="1678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cs typeface="Times New Roman" panose="02020603050405020304" pitchFamily="18" charset="0"/>
              </a:rPr>
              <a:t>Theft Tracking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05599" y="1910818"/>
            <a:ext cx="1678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cs typeface="Times New Roman" panose="02020603050405020304" pitchFamily="18" charset="0"/>
              </a:rPr>
              <a:t>Battery Management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14" y="1056030"/>
            <a:ext cx="1831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cs typeface="Times New Roman" panose="02020603050405020304" pitchFamily="18" charset="0"/>
              </a:rPr>
              <a:t>Real Time Alerts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847723"/>
            <a:ext cx="762000" cy="812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6485" y="3069183"/>
            <a:ext cx="1831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cs typeface="Times New Roman" panose="02020603050405020304" pitchFamily="18" charset="0"/>
              </a:rPr>
              <a:t>Dashboard and Analysis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927" y="888365"/>
            <a:ext cx="748540" cy="735441"/>
          </a:xfrm>
          <a:prstGeom prst="rect">
            <a:avLst/>
          </a:prstGeom>
        </p:spPr>
      </p:pic>
      <p:pic>
        <p:nvPicPr>
          <p:cNvPr id="1026" name="Picture 2" descr="http://icons.iconarchive.com/icons/graphicloads/battery/512/battery-polarity-ico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927" y="1806413"/>
            <a:ext cx="811073" cy="81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free-icons-download.net/images/settings-icon-3001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695" y="3859212"/>
            <a:ext cx="793592" cy="79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136745" y="4071066"/>
            <a:ext cx="1678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cs typeface="Times New Roman" panose="02020603050405020304" pitchFamily="18" charset="0"/>
              </a:rPr>
              <a:t>Customized Alerts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pic>
        <p:nvPicPr>
          <p:cNvPr id="1030" name="Picture 6" descr="http://png.clipart.me/graphics/thumbs/187/laboratory-glassware-equipment-science-tube-on-yellow-background-shadow-and-flat-style_187668806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752" y="3901498"/>
            <a:ext cx="677689" cy="67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6721150" y="3994412"/>
            <a:ext cx="1831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cs typeface="Times New Roman" panose="02020603050405020304" pitchFamily="18" charset="0"/>
              </a:rPr>
              <a:t>Chemical Solution Details 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pic>
        <p:nvPicPr>
          <p:cNvPr id="1032" name="Picture 8" descr="https://s3.amazonaws.com/libapps/customers/494/images/mobile_18-20110811152114-00018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781" y="921787"/>
            <a:ext cx="626686" cy="62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Owner\Downloads\ss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524"/>
            <a:ext cx="7696200" cy="371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50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Owner\Downloads\ss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19150"/>
            <a:ext cx="7772400" cy="373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33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19150"/>
            <a:ext cx="3886200" cy="376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7150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Owner\Downloads\err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33" y="1047750"/>
            <a:ext cx="810024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11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Owner\Desktop\Screenshot_20160806-09000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95350"/>
            <a:ext cx="20574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Owner\Desktop\Screenshot_20160806-09001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895349"/>
            <a:ext cx="2057400" cy="365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Owner\Desktop\Screenshot_20160806-09003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895348"/>
            <a:ext cx="20574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203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2266950"/>
            <a:ext cx="381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cs typeface="Times New Roman" panose="02020603050405020304" pitchFamily="18" charset="0"/>
              </a:rPr>
              <a:t>Thank </a:t>
            </a:r>
            <a:r>
              <a:rPr lang="en-US" sz="6000" dirty="0">
                <a:cs typeface="Times New Roman" panose="02020603050405020304" pitchFamily="18" charset="0"/>
              </a:rPr>
              <a:t>Y</a:t>
            </a:r>
            <a:r>
              <a:rPr lang="en-US" sz="6000" dirty="0" smtClean="0">
                <a:cs typeface="Times New Roman" panose="02020603050405020304" pitchFamily="18" charset="0"/>
              </a:rPr>
              <a:t>ou</a:t>
            </a:r>
            <a:endParaRPr lang="en-US" sz="6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7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116</Words>
  <Application>Microsoft Office PowerPoint</Application>
  <PresentationFormat>On-screen Show (16:9)</PresentationFormat>
  <Paragraphs>14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sonu</dc:creator>
  <cp:lastModifiedBy>Owner</cp:lastModifiedBy>
  <cp:revision>26</cp:revision>
  <dcterms:created xsi:type="dcterms:W3CDTF">2016-08-05T07:03:56Z</dcterms:created>
  <dcterms:modified xsi:type="dcterms:W3CDTF">2016-08-06T06:14:36Z</dcterms:modified>
</cp:coreProperties>
</file>